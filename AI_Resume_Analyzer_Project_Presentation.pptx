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005840"/>
            <a:ext cx="106984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1645920"/>
            <a:ext cx="9875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172033"/>
                </a:solidFill>
              </a:defRPr>
            </a:pPr>
            <a:r>
              <a:t>🤖 AI Resume Analyzer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>
                <a:solidFill>
                  <a:srgbClr val="2563EB"/>
                </a:solidFill>
              </a:defRPr>
            </a:pPr>
            <a:r>
              <a:t>ATS Compatibility • Job Matching • AI 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8503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67085"/>
                </a:solidFill>
              </a:defRPr>
            </a:pPr>
            <a:r>
              <a:t>A web-based tool for smarter, practical resume improvement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572000"/>
            <a:ext cx="8503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72033"/>
                </a:solidFill>
              </a:defRPr>
            </a:pPr>
            <a:r>
              <a:t>Presented by: Alle Naga Tejaswini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2033"/>
                </a:solidFill>
              </a:defRPr>
            </a:pPr>
            <a:r>
              <a:t>1.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72033"/>
                </a:solidFill>
              </a:defRPr>
            </a:pPr>
            <a:r>
              <a:t>Students and entry-level candidates often do not know whether their resumes are ATS-friendly.</a:t>
            </a:r>
          </a:p>
          <a:p>
            <a:pPr>
              <a:spcAft>
                <a:spcPts val="1200"/>
              </a:spcAft>
              <a:defRPr sz="1900">
                <a:solidFill>
                  <a:srgbClr val="172033"/>
                </a:solidFill>
              </a:defRPr>
            </a:pPr>
            <a:r>
              <a:t>A resume may contain useful skills but still have a low match with a specific job description.</a:t>
            </a:r>
          </a:p>
          <a:p>
            <a:pPr>
              <a:spcAft>
                <a:spcPts val="1200"/>
              </a:spcAft>
              <a:defRPr sz="1900">
                <a:solidFill>
                  <a:srgbClr val="172033"/>
                </a:solidFill>
              </a:defRPr>
            </a:pPr>
            <a:r>
              <a:t>Manually identifying missing keywords and skills is time-consuming.</a:t>
            </a:r>
          </a:p>
          <a:p>
            <a:pPr>
              <a:spcAft>
                <a:spcPts val="1200"/>
              </a:spcAft>
              <a:defRPr sz="1900">
                <a:solidFill>
                  <a:srgbClr val="172033"/>
                </a:solidFill>
              </a:defRPr>
            </a:pPr>
            <a:r>
              <a:t>Candidates need clear, actionable feedback instead of generic resume advice.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2033"/>
                </a:solidFill>
              </a:defRPr>
            </a:pPr>
            <a:r>
              <a:t>2. 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120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73152" cy="1645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2763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72033"/>
                </a:solidFill>
              </a:defRPr>
            </a:pPr>
            <a:r>
              <a:t>ATS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21408"/>
            <a:ext cx="4800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5"/>
                </a:solidFill>
              </a:defRPr>
            </a:pPr>
            <a:r>
              <a:t>Calculate a simple ATS compatibility score from resume structure and skills.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1463040"/>
            <a:ext cx="52120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59" y="1463040"/>
            <a:ext cx="73152" cy="1645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59" y="162763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72033"/>
                </a:solidFill>
              </a:defRPr>
            </a:pPr>
            <a:r>
              <a:t>Skill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59" y="2121408"/>
            <a:ext cx="4800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5"/>
                </a:solidFill>
              </a:defRPr>
            </a:pPr>
            <a:r>
              <a:t>Identify technical skills and important resume sections.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20440"/>
            <a:ext cx="52120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520440"/>
            <a:ext cx="73152" cy="1645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68503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72033"/>
                </a:solidFill>
              </a:defRPr>
            </a:pPr>
            <a:r>
              <a:t>Job Matching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178808"/>
            <a:ext cx="4800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5"/>
                </a:solidFill>
              </a:defRPr>
            </a:pPr>
            <a:r>
              <a:t>Compare resume content with a specific job description.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3520440"/>
            <a:ext cx="52120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59" y="3520440"/>
            <a:ext cx="73152" cy="1645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59" y="368503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72033"/>
                </a:solidFill>
              </a:defRPr>
            </a:pPr>
            <a:r>
              <a:t>Actionable Feedback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4178808"/>
            <a:ext cx="4800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5"/>
                </a:solidFill>
              </a:defRPr>
            </a:pPr>
            <a:r>
              <a:t>Highlight missing skills, keywords, and improvement areas.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2033"/>
                </a:solidFill>
              </a:defRPr>
            </a:pPr>
            <a:r>
              <a:t>3. Existing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72033"/>
                </a:solidFill>
              </a:defRPr>
            </a:pPr>
            <a:r>
              <a:t>Traditional resume checking is largely manual.</a:t>
            </a:r>
          </a:p>
          <a:p>
            <a:pPr>
              <a:spcAft>
                <a:spcPts val="1200"/>
              </a:spcAft>
              <a:defRPr sz="1900">
                <a:solidFill>
                  <a:srgbClr val="172033"/>
                </a:solidFill>
              </a:defRPr>
            </a:pPr>
            <a:r>
              <a:t>Online resume tools may provide generic suggestions.</a:t>
            </a:r>
          </a:p>
          <a:p>
            <a:pPr>
              <a:spcAft>
                <a:spcPts val="1200"/>
              </a:spcAft>
              <a:defRPr sz="1900">
                <a:solidFill>
                  <a:srgbClr val="172033"/>
                </a:solidFill>
              </a:defRPr>
            </a:pPr>
            <a:r>
              <a:t>Keyword matching is often performed without explaining what is missing.</a:t>
            </a:r>
          </a:p>
          <a:p>
            <a:pPr>
              <a:spcAft>
                <a:spcPts val="1200"/>
              </a:spcAft>
              <a:defRPr sz="1900">
                <a:solidFill>
                  <a:srgbClr val="172033"/>
                </a:solidFill>
              </a:defRPr>
            </a:pPr>
            <a:r>
              <a:t>Generating a structured report may require multiple separate tools.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2033"/>
                </a:solidFill>
              </a:defRPr>
            </a:pPr>
            <a:r>
              <a:t>4. Proposed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72033"/>
                </a:solidFill>
              </a:defRPr>
            </a:pPr>
            <a:r>
              <a:t>A single Streamlit web application combines resume parsing, ATS scoring and job matching.</a:t>
            </a:r>
          </a:p>
          <a:p>
            <a:pPr>
              <a:spcAft>
                <a:spcPts val="1200"/>
              </a:spcAft>
              <a:defRPr sz="1900">
                <a:solidFill>
                  <a:srgbClr val="172033"/>
                </a:solidFill>
              </a:defRPr>
            </a:pPr>
            <a:r>
              <a:t>Supports PDF and DOCX resumes.</a:t>
            </a:r>
          </a:p>
          <a:p>
            <a:pPr>
              <a:spcAft>
                <a:spcPts val="1200"/>
              </a:spcAft>
              <a:defRPr sz="1900">
                <a:solidFill>
                  <a:srgbClr val="172033"/>
                </a:solidFill>
              </a:defRPr>
            </a:pPr>
            <a:r>
              <a:t>Detects skills and major resume sections automatically.</a:t>
            </a:r>
          </a:p>
          <a:p>
            <a:pPr>
              <a:spcAft>
                <a:spcPts val="1200"/>
              </a:spcAft>
              <a:defRPr sz="1900">
                <a:solidFill>
                  <a:srgbClr val="172033"/>
                </a:solidFill>
              </a:defRPr>
            </a:pPr>
            <a:r>
              <a:t>Compares resume content with the pasted job description.</a:t>
            </a:r>
          </a:p>
          <a:p>
            <a:pPr>
              <a:spcAft>
                <a:spcPts val="1200"/>
              </a:spcAft>
              <a:defRPr sz="1900">
                <a:solidFill>
                  <a:srgbClr val="172033"/>
                </a:solidFill>
              </a:defRPr>
            </a:pPr>
            <a:r>
              <a:t>Provides AI-assisted analysis with a built-in fallback analyzer.</a:t>
            </a:r>
          </a:p>
          <a:p>
            <a:pPr>
              <a:spcAft>
                <a:spcPts val="1200"/>
              </a:spcAft>
              <a:defRPr sz="1900">
                <a:solidFill>
                  <a:srgbClr val="172033"/>
                </a:solidFill>
              </a:defRPr>
            </a:pPr>
            <a:r>
              <a:t>Generates a professional downloadable PDF report.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2033"/>
                </a:solidFill>
              </a:defRPr>
            </a:pPr>
            <a:r>
              <a:t>5. 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2057400"/>
            <a:ext cx="17373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057400"/>
            <a:ext cx="73152" cy="1920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221992"/>
            <a:ext cx="1325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72033"/>
                </a:solidFill>
              </a:defRPr>
            </a:pPr>
            <a:r>
              <a:t>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15768"/>
            <a:ext cx="1325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5"/>
                </a:solidFill>
              </a:defRPr>
            </a:pPr>
            <a:r>
              <a:t>Upload Resume</a:t>
            </a:r>
            <a:br/>
            <a:r>
              <a:t>+ Job 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274320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667085"/>
                </a:solidFill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95144" y="2057400"/>
            <a:ext cx="17373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95144" y="2057400"/>
            <a:ext cx="73152" cy="19202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23744" y="2221992"/>
            <a:ext cx="1325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72033"/>
                </a:solidFill>
              </a:defRPr>
            </a:pPr>
            <a:r>
              <a:t>Parser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23744" y="2715768"/>
            <a:ext cx="1325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5"/>
                </a:solidFill>
              </a:defRPr>
            </a:pPr>
            <a:r>
              <a:t>PDF / DOCX</a:t>
            </a:r>
            <a:br/>
            <a:r>
              <a:t>Text Extraction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32504" y="274320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667085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0248" y="2057400"/>
            <a:ext cx="17373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0248" y="2057400"/>
            <a:ext cx="73152" cy="1920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8848" y="2221992"/>
            <a:ext cx="1325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72033"/>
                </a:solidFill>
              </a:defRPr>
            </a:pPr>
            <a:r>
              <a:t>Analyzer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2715768"/>
            <a:ext cx="1325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5"/>
                </a:solidFill>
              </a:defRPr>
            </a:pPr>
            <a:r>
              <a:t>Skills + Sections</a:t>
            </a:r>
            <a:br/>
            <a:r>
              <a:t>ATS 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07608" y="274320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667085"/>
                </a:solidFill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2057400"/>
            <a:ext cx="17373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5352" y="2057400"/>
            <a:ext cx="73152" cy="19202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2221992"/>
            <a:ext cx="1325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72033"/>
                </a:solidFill>
              </a:defRPr>
            </a:pPr>
            <a:r>
              <a:t>Matcher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2715768"/>
            <a:ext cx="1325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5"/>
                </a:solidFill>
              </a:defRPr>
            </a:pPr>
            <a:r>
              <a:t>Skills + Keywords</a:t>
            </a:r>
            <a:br/>
            <a:r>
              <a:t>Job Match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82712" y="274320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667085"/>
                </a:solidFill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0456" y="2057400"/>
            <a:ext cx="17373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0456" y="2057400"/>
            <a:ext cx="73152" cy="1920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49056" y="2221992"/>
            <a:ext cx="1325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72033"/>
                </a:solidFill>
              </a:defRPr>
            </a:pPr>
            <a:r>
              <a:t>AI Layer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49056" y="2715768"/>
            <a:ext cx="1325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5"/>
                </a:solidFill>
              </a:defRPr>
            </a:pPr>
            <a:r>
              <a:t>Gemini Feedback</a:t>
            </a:r>
            <a:br/>
            <a:r>
              <a:t>Fallback Analyzer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57816" y="274320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667085"/>
                </a:solidFill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95560" y="2057400"/>
            <a:ext cx="17373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195560" y="2057400"/>
            <a:ext cx="73152" cy="19202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24160" y="2221992"/>
            <a:ext cx="1325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72033"/>
                </a:solidFill>
              </a:defRPr>
            </a:pPr>
            <a:r>
              <a:t>Report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2715768"/>
            <a:ext cx="1325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5"/>
                </a:solidFill>
              </a:defRPr>
            </a:pPr>
            <a:r>
              <a:t>Professional</a:t>
            </a:r>
            <a:br/>
            <a:r>
              <a:t>PDF Download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2033"/>
                </a:solidFill>
              </a:defRPr>
            </a:pPr>
            <a:r>
              <a:t>6. Technologies Used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73152" cy="1691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8191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72033"/>
                </a:solidFill>
              </a:defRPr>
            </a:pPr>
            <a:r>
              <a:t>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75688"/>
            <a:ext cx="30175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5"/>
                </a:solidFill>
              </a:defRPr>
            </a:pPr>
            <a:r>
              <a:t>Core application logic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41732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34840" y="1417320"/>
            <a:ext cx="73152" cy="16916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58191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72033"/>
                </a:solidFill>
              </a:defRPr>
            </a:pPr>
            <a:r>
              <a:t>Streamlit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075688"/>
            <a:ext cx="30175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5"/>
                </a:solidFill>
              </a:defRPr>
            </a:pPr>
            <a:r>
              <a:t>Interactive web interface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41732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1417320"/>
            <a:ext cx="73152" cy="1691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58191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72033"/>
                </a:solidFill>
              </a:defRPr>
            </a:pPr>
            <a:r>
              <a:t>pypdf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075688"/>
            <a:ext cx="30175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5"/>
                </a:solidFill>
              </a:defRPr>
            </a:pPr>
            <a:r>
              <a:t>PDF resume text extraction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56616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566160"/>
            <a:ext cx="73152" cy="16916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73075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72033"/>
                </a:solidFill>
              </a:defRPr>
            </a:pPr>
            <a:r>
              <a:t>python-docx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224528"/>
            <a:ext cx="30175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5"/>
                </a:solidFill>
              </a:defRPr>
            </a:pPr>
            <a:r>
              <a:t>DOCX resume text extraction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356616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34840" y="3566160"/>
            <a:ext cx="73152" cy="1691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373075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72033"/>
                </a:solidFill>
              </a:defRPr>
            </a:pPr>
            <a:r>
              <a:t>Google Gemini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4224528"/>
            <a:ext cx="30175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5"/>
                </a:solidFill>
              </a:defRPr>
            </a:pPr>
            <a:r>
              <a:t>AI-powered resume feedback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356616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3566160"/>
            <a:ext cx="73152" cy="16916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58200" y="373075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72033"/>
                </a:solidFill>
              </a:defRPr>
            </a:pPr>
            <a:r>
              <a:t>ReportLab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4224528"/>
            <a:ext cx="30175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5"/>
                </a:solidFill>
              </a:defRPr>
            </a:pPr>
            <a:r>
              <a:t>Professional PDF report generation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2033"/>
                </a:solidFill>
              </a:defRPr>
            </a:pPr>
            <a:r>
              <a:t>7. Application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72033"/>
                </a:solidFill>
              </a:defRPr>
            </a:pPr>
            <a:r>
              <a:t>1. Upload a PDF or DOCX resume.</a:t>
            </a:r>
          </a:p>
          <a:p>
            <a:pPr>
              <a:spcAft>
                <a:spcPts val="1200"/>
              </a:spcAft>
              <a:defRPr sz="1700">
                <a:solidFill>
                  <a:srgbClr val="172033"/>
                </a:solidFill>
              </a:defRPr>
            </a:pPr>
            <a:r>
              <a:t>2. Extract readable resume text.</a:t>
            </a:r>
          </a:p>
          <a:p>
            <a:pPr>
              <a:spcAft>
                <a:spcPts val="1200"/>
              </a:spcAft>
              <a:defRPr sz="1700">
                <a:solidFill>
                  <a:srgbClr val="172033"/>
                </a:solidFill>
              </a:defRPr>
            </a:pPr>
            <a:r>
              <a:t>3. Detect technical skills and resume sections.</a:t>
            </a:r>
          </a:p>
          <a:p>
            <a:pPr>
              <a:spcAft>
                <a:spcPts val="1200"/>
              </a:spcAft>
              <a:defRPr sz="1700">
                <a:solidFill>
                  <a:srgbClr val="172033"/>
                </a:solidFill>
              </a:defRPr>
            </a:pPr>
            <a:r>
              <a:t>4. Calculate the ATS score.</a:t>
            </a:r>
          </a:p>
          <a:p>
            <a:pPr>
              <a:spcAft>
                <a:spcPts val="1200"/>
              </a:spcAft>
              <a:defRPr sz="1700">
                <a:solidFill>
                  <a:srgbClr val="172033"/>
                </a:solidFill>
              </a:defRPr>
            </a:pPr>
            <a:r>
              <a:t>5. Paste a target job description.</a:t>
            </a:r>
          </a:p>
          <a:p>
            <a:pPr>
              <a:spcAft>
                <a:spcPts val="1200"/>
              </a:spcAft>
              <a:defRPr sz="1700">
                <a:solidFill>
                  <a:srgbClr val="172033"/>
                </a:solidFill>
              </a:defRPr>
            </a:pPr>
            <a:r>
              <a:t>6. Compare skills and important keywords.</a:t>
            </a:r>
          </a:p>
          <a:p>
            <a:pPr>
              <a:spcAft>
                <a:spcPts val="1200"/>
              </a:spcAft>
              <a:defRPr sz="1700">
                <a:solidFill>
                  <a:srgbClr val="172033"/>
                </a:solidFill>
              </a:defRPr>
            </a:pPr>
            <a:r>
              <a:t>7. Generate suggestions and optional AI feedback.</a:t>
            </a:r>
          </a:p>
          <a:p>
            <a:pPr>
              <a:spcAft>
                <a:spcPts val="1200"/>
              </a:spcAft>
              <a:defRPr sz="1700">
                <a:solidFill>
                  <a:srgbClr val="172033"/>
                </a:solidFill>
              </a:defRPr>
            </a:pPr>
            <a:r>
              <a:t>8. Download the professional PDF analysis report.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2033"/>
                </a:solidFill>
              </a:defRPr>
            </a:pPr>
            <a:r>
              <a:t>8. Key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417320"/>
            <a:ext cx="25603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1417320"/>
            <a:ext cx="73152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81912"/>
            <a:ext cx="21488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72033"/>
                </a:solidFill>
              </a:defRPr>
            </a:pPr>
            <a:r>
              <a:t>📄 Resume Upload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75688"/>
            <a:ext cx="214883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5"/>
                </a:solidFill>
              </a:defRPr>
            </a:pPr>
            <a:r>
              <a:t>PDF and DOCX support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417320"/>
            <a:ext cx="25603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0" y="1417320"/>
            <a:ext cx="73152" cy="1828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1581912"/>
            <a:ext cx="21488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72033"/>
                </a:solidFill>
              </a:defRPr>
            </a:pPr>
            <a:r>
              <a:t>📊 ATS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2075688"/>
            <a:ext cx="214883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5"/>
                </a:solidFill>
              </a:defRPr>
            </a:pPr>
            <a:r>
              <a:t>Quick structure and skill evaluation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417320"/>
            <a:ext cx="25603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417320"/>
            <a:ext cx="73152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581912"/>
            <a:ext cx="21488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72033"/>
                </a:solidFill>
              </a:defRPr>
            </a:pPr>
            <a:r>
              <a:t>🛠️ Skill 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075688"/>
            <a:ext cx="214883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5"/>
                </a:solidFill>
              </a:defRPr>
            </a:pPr>
            <a:r>
              <a:t>Technical skill identification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1417320"/>
            <a:ext cx="25603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235440" y="1417320"/>
            <a:ext cx="73152" cy="1828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64040" y="1581912"/>
            <a:ext cx="21488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72033"/>
                </a:solidFill>
              </a:defRPr>
            </a:pPr>
            <a:r>
              <a:t>🎯 Job Matching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64040" y="2075688"/>
            <a:ext cx="214883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5"/>
                </a:solidFill>
              </a:defRPr>
            </a:pPr>
            <a:r>
              <a:t>Resume-to-job comparison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703320"/>
            <a:ext cx="25603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3703320"/>
            <a:ext cx="73152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867911"/>
            <a:ext cx="21488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72033"/>
                </a:solidFill>
              </a:defRPr>
            </a:pPr>
            <a:r>
              <a:t>🔑 Keyword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361688"/>
            <a:ext cx="214883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5"/>
                </a:solidFill>
              </a:defRPr>
            </a:pPr>
            <a:r>
              <a:t>Matching and missing keywords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74720" y="3703320"/>
            <a:ext cx="25603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474720" y="3703320"/>
            <a:ext cx="73152" cy="1828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03320" y="3867911"/>
            <a:ext cx="21488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72033"/>
                </a:solidFill>
              </a:defRPr>
            </a:pPr>
            <a:r>
              <a:t>🤖 AI Feedback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4361688"/>
            <a:ext cx="214883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5"/>
                </a:solidFill>
              </a:defRPr>
            </a:pPr>
            <a:r>
              <a:t>Gemini analysis with fallback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3703320"/>
            <a:ext cx="25603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3703320"/>
            <a:ext cx="73152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3867911"/>
            <a:ext cx="21488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72033"/>
                </a:solidFill>
              </a:defRPr>
            </a:pPr>
            <a:r>
              <a:t>📥 PDF Report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361688"/>
            <a:ext cx="214883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5"/>
                </a:solidFill>
              </a:defRPr>
            </a:pPr>
            <a:r>
              <a:t>Downloadable professional report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35440" y="3703320"/>
            <a:ext cx="25603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235440" y="3703320"/>
            <a:ext cx="73152" cy="1828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64040" y="3867911"/>
            <a:ext cx="21488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72033"/>
                </a:solidFill>
              </a:defRPr>
            </a:pPr>
            <a:r>
              <a:t>🎨 Clean UI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64040" y="4361688"/>
            <a:ext cx="214883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5"/>
                </a:solidFill>
              </a:defRPr>
            </a:pPr>
            <a:r>
              <a:t>Simple student-friendly interface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2033"/>
                </a:solidFill>
              </a:defRPr>
            </a:pPr>
            <a:r>
              <a:t>9. Sample Results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73152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8191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72033"/>
                </a:solidFill>
              </a:defRPr>
            </a:pPr>
            <a:r>
              <a:t>ATS 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75688"/>
            <a:ext cx="2971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5"/>
                </a:solidFill>
              </a:defRPr>
            </a:pPr>
            <a:r>
              <a:t>Example: 86/100</a:t>
            </a:r>
            <a:br/>
            <a:r>
              <a:t>Strong ATS structure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1732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417320"/>
            <a:ext cx="73152" cy="1828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58191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72033"/>
                </a:solidFill>
              </a:defRPr>
            </a:pPr>
            <a:r>
              <a:t>Job Match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075688"/>
            <a:ext cx="2971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5"/>
                </a:solidFill>
              </a:defRPr>
            </a:pPr>
            <a:r>
              <a:t>Example: 35.6%</a:t>
            </a:r>
            <a:br/>
            <a:r>
              <a:t>Highlights missing requirements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1732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417320"/>
            <a:ext cx="73152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58191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72033"/>
                </a:solidFill>
              </a:defRPr>
            </a:pPr>
            <a:r>
              <a:t>Skills Found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075688"/>
            <a:ext cx="2971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5"/>
                </a:solidFill>
              </a:defRPr>
            </a:pPr>
            <a:r>
              <a:t>Example: Python, SQL,</a:t>
            </a:r>
            <a:br/>
            <a:r>
              <a:t>Excel, Git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40480"/>
            <a:ext cx="10424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72033"/>
                </a:solidFill>
              </a:defRPr>
            </a:pPr>
            <a:r>
              <a:t>The matcher identifies both matching and missing skills.</a:t>
            </a:r>
          </a:p>
          <a:p>
            <a:pPr>
              <a:spcAft>
                <a:spcPts val="1200"/>
              </a:spcAft>
              <a:defRPr sz="1600">
                <a:solidFill>
                  <a:srgbClr val="172033"/>
                </a:solidFill>
              </a:defRPr>
            </a:pPr>
            <a:r>
              <a:t>Important keywords from the job description are separated into matched and missing groups.</a:t>
            </a:r>
          </a:p>
          <a:p>
            <a:pPr>
              <a:spcAft>
                <a:spcPts val="1200"/>
              </a:spcAft>
              <a:defRPr sz="1600">
                <a:solidFill>
                  <a:srgbClr val="172033"/>
                </a:solidFill>
              </a:defRPr>
            </a:pPr>
            <a:r>
              <a:t>The report can be downloaded and shared as a PDF.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2033"/>
                </a:solidFill>
              </a:defRPr>
            </a:pPr>
            <a:r>
              <a:t>10. Advantages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72033"/>
                </a:solidFill>
              </a:defRPr>
            </a:pPr>
            <a:r>
              <a:t>Easy to use through a browser-based interface.</a:t>
            </a:r>
          </a:p>
          <a:p>
            <a:pPr>
              <a:spcAft>
                <a:spcPts val="1200"/>
              </a:spcAft>
              <a:defRPr sz="1900">
                <a:solidFill>
                  <a:srgbClr val="172033"/>
                </a:solidFill>
              </a:defRPr>
            </a:pPr>
            <a:r>
              <a:t>Combines multiple resume-analysis tasks in one application.</a:t>
            </a:r>
          </a:p>
          <a:p>
            <a:pPr>
              <a:spcAft>
                <a:spcPts val="1200"/>
              </a:spcAft>
              <a:defRPr sz="1900">
                <a:solidFill>
                  <a:srgbClr val="172033"/>
                </a:solidFill>
              </a:defRPr>
            </a:pPr>
            <a:r>
              <a:t>Provides job-specific rather than only generic feedback.</a:t>
            </a:r>
          </a:p>
          <a:p>
            <a:pPr>
              <a:spcAft>
                <a:spcPts val="1200"/>
              </a:spcAft>
              <a:defRPr sz="1900">
                <a:solidFill>
                  <a:srgbClr val="172033"/>
                </a:solidFill>
              </a:defRPr>
            </a:pPr>
            <a:r>
              <a:t>Helps students understand what skills and keywords they may need to strengthen.</a:t>
            </a:r>
          </a:p>
          <a:p>
            <a:pPr>
              <a:spcAft>
                <a:spcPts val="1200"/>
              </a:spcAft>
              <a:defRPr sz="1900">
                <a:solidFill>
                  <a:srgbClr val="172033"/>
                </a:solidFill>
              </a:defRPr>
            </a:pPr>
            <a:r>
              <a:t>Produces a professional report for record keeping or review.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2033"/>
                </a:solidFill>
              </a:defRPr>
            </a:pPr>
            <a:r>
              <a:t>11.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72033"/>
                </a:solidFill>
              </a:defRPr>
            </a:pPr>
            <a:r>
              <a:t>Add more resume formats and richer document parsing.</a:t>
            </a:r>
          </a:p>
          <a:p>
            <a:pPr>
              <a:spcAft>
                <a:spcPts val="1200"/>
              </a:spcAft>
              <a:defRPr sz="1900">
                <a:solidFill>
                  <a:srgbClr val="172033"/>
                </a:solidFill>
              </a:defRPr>
            </a:pPr>
            <a:r>
              <a:t>Use semantic similarity and embeddings for deeper job matching.</a:t>
            </a:r>
          </a:p>
          <a:p>
            <a:pPr>
              <a:spcAft>
                <a:spcPts val="1200"/>
              </a:spcAft>
              <a:defRPr sz="1900">
                <a:solidFill>
                  <a:srgbClr val="172033"/>
                </a:solidFill>
              </a:defRPr>
            </a:pPr>
            <a:r>
              <a:t>Add customizable scoring based on different job roles.</a:t>
            </a:r>
          </a:p>
          <a:p>
            <a:pPr>
              <a:spcAft>
                <a:spcPts val="1200"/>
              </a:spcAft>
              <a:defRPr sz="1900">
                <a:solidFill>
                  <a:srgbClr val="172033"/>
                </a:solidFill>
              </a:defRPr>
            </a:pPr>
            <a:r>
              <a:t>Support multiple job descriptions and side-by-side comparison.</a:t>
            </a:r>
          </a:p>
          <a:p>
            <a:pPr>
              <a:spcAft>
                <a:spcPts val="1200"/>
              </a:spcAft>
              <a:defRPr sz="1900">
                <a:solidFill>
                  <a:srgbClr val="172033"/>
                </a:solidFill>
              </a:defRPr>
            </a:pPr>
            <a:r>
              <a:t>Add resume rewriting suggestions while preserving factual accuracy.</a:t>
            </a:r>
          </a:p>
          <a:p>
            <a:pPr>
              <a:spcAft>
                <a:spcPts val="1200"/>
              </a:spcAft>
              <a:defRPr sz="1900">
                <a:solidFill>
                  <a:srgbClr val="172033"/>
                </a:solidFill>
              </a:defRPr>
            </a:pPr>
            <a:r>
              <a:t>Deploy the application online for wider access.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2033"/>
                </a:solidFill>
              </a:defRPr>
            </a:pPr>
            <a:r>
              <a:t>12.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72033"/>
                </a:solidFill>
              </a:defRPr>
            </a:pPr>
            <a:r>
              <a:t>The AI Resume Analyzer provides an integrated approach to resume evaluation.</a:t>
            </a:r>
          </a:p>
          <a:p>
            <a:pPr>
              <a:spcAft>
                <a:spcPts val="1200"/>
              </a:spcAft>
              <a:defRPr sz="1900">
                <a:solidFill>
                  <a:srgbClr val="172033"/>
                </a:solidFill>
              </a:defRPr>
            </a:pPr>
            <a:r>
              <a:t>It combines ATS scoring, skill detection, job-description matching and AI feedback.</a:t>
            </a:r>
          </a:p>
          <a:p>
            <a:pPr>
              <a:spcAft>
                <a:spcPts val="1200"/>
              </a:spcAft>
              <a:defRPr sz="1900">
                <a:solidFill>
                  <a:srgbClr val="172033"/>
                </a:solidFill>
              </a:defRPr>
            </a:pPr>
            <a:r>
              <a:t>The downloadable PDF report makes the results easy to save and present.</a:t>
            </a:r>
          </a:p>
          <a:p>
            <a:pPr>
              <a:spcAft>
                <a:spcPts val="1200"/>
              </a:spcAft>
              <a:defRPr sz="1900">
                <a:solidFill>
                  <a:srgbClr val="172033"/>
                </a:solidFill>
              </a:defRPr>
            </a:pPr>
            <a:r>
              <a:t>The project demonstrates how Python, Streamlit, document processing and generative AI can be combined into a practical student application.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72033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383280"/>
            <a:ext cx="8503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563EB"/>
                </a:solidFill>
              </a:defRPr>
            </a:pPr>
            <a:r>
              <a:t>🤖 AI Resume Analyzer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206240"/>
            <a:ext cx="8503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67085"/>
                </a:solidFill>
              </a:defRPr>
            </a:pPr>
            <a:r>
              <a:t>Alle Naga Tejaswini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